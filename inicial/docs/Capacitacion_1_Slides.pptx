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33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latform.openai.com/tokenizer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#1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trabajan los modelos de IA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cómo usarlos en el IDE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Vogt  ·  AI Engineering Consultant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de junio de 2026  ·  Remoto  ·  2 horas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1097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estamos acá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0" y="1188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1847088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0"/>
          <p:cNvSpPr/>
          <p:nvPr/>
        </p:nvSpPr>
        <p:spPr>
          <a:xfrm>
            <a:off x="640080" y="1847088"/>
            <a:ext cx="54864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8424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18470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piensan los modelos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54880" y="18470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contexto, modelos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132320" y="19385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2596896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5"/>
          <p:cNvSpPr/>
          <p:nvPr/>
        </p:nvSpPr>
        <p:spPr>
          <a:xfrm>
            <a:off x="640080" y="2596896"/>
            <a:ext cx="54864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34056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259689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754880" y="25968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Tab, Chat, Prompts + demos en vivo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132320" y="268833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" y="3346704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0"/>
          <p:cNvSpPr/>
          <p:nvPr/>
        </p:nvSpPr>
        <p:spPr>
          <a:xfrm>
            <a:off x="640080" y="3346704"/>
            <a:ext cx="54864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83864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33467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4754880" y="33467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text, Chat, diferencias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132320" y="343814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40080" y="4096512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1" name="Shape 25"/>
          <p:cNvSpPr/>
          <p:nvPr/>
        </p:nvSpPr>
        <p:spPr>
          <a:xfrm>
            <a:off x="640080" y="4096512"/>
            <a:ext cx="54864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33672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63040" y="40965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754880" y="40965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Privacidad, resumen, errores comunes, Q&amp;A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7132320" y="41879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863840" cy="658368"/>
          </a:xfrm>
          <a:prstGeom prst="rect">
            <a:avLst/>
          </a:prstGeom>
          <a:solidFill>
            <a:srgbClr val="0F1D3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4864" cy="6583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ya usa IA. La pregunta no es si usarla — es cómo usarla mejor.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7863840" cy="658368"/>
          </a:xfrm>
          <a:prstGeom prst="rect">
            <a:avLst/>
          </a:prstGeom>
          <a:solidFill>
            <a:srgbClr val="0F1D3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54864" cy="6583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capacitaciones son parte del tramo 0–30 días del roadmap validado.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863840" cy="658368"/>
          </a:xfrm>
          <a:prstGeom prst="rect">
            <a:avLst/>
          </a:prstGeom>
          <a:solidFill>
            <a:srgbClr val="0F1D3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4864" cy="6583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la primera de cinco sesiones. Arrancamos por el modelo mental.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7863840" cy="658368"/>
          </a:xfrm>
          <a:prstGeom prst="rect">
            <a:avLst/>
          </a:prstGeom>
          <a:solidFill>
            <a:srgbClr val="0F1D3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4864" cy="6583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explicación + demos. Preguntas por el chat, las leo en cada corte.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un LLM?</a:t>
            </a:r>
            <a:endParaRPr lang="en-US" sz="3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371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la siguiente palabra.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5448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todo.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640080" y="2651760"/>
            <a:ext cx="25603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82296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“sabe” nada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Infiere. Por eso alucina con total confianza.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474720" y="26517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2"/>
          <p:cNvSpPr/>
          <p:nvPr/>
        </p:nvSpPr>
        <p:spPr>
          <a:xfrm>
            <a:off x="3474720" y="2651760"/>
            <a:ext cx="25603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36576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buscador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5760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predictor de texto sofisticado.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09360" y="26517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6"/>
          <p:cNvSpPr/>
          <p:nvPr/>
        </p:nvSpPr>
        <p:spPr>
          <a:xfrm>
            <a:off x="6309360" y="2651760"/>
            <a:ext cx="25603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7"/>
          <p:cNvSpPr/>
          <p:nvPr/>
        </p:nvSpPr>
        <p:spPr>
          <a:xfrm>
            <a:off x="649224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importa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9224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das mal contexto, predice mal.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token?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0.75 palabras en inglés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 o código, un poco menos eficiente.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630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7784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57784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tokens = más caro. Se cobra por tokens de entrada y salida.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517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57784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tiene una ventana máxima. Si se llena, se “olvida”.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8404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7784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57784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ruido = peor respuesta. La calidad del input define el output.</a:t>
            </a:r>
            <a:endParaRPr lang="en-US" sz="12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5E470819-8227-67DC-EA41-D81B815243A4}"/>
              </a:ext>
            </a:extLst>
          </p:cNvPr>
          <p:cNvSpPr/>
          <p:nvPr/>
        </p:nvSpPr>
        <p:spPr>
          <a:xfrm>
            <a:off x="640080" y="2857501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https://platform.openai.com/tokenizer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78638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una mesa de trabajo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entra en la mesa, el modelo lo usa.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mesa se llena, lo nuevo empuja lo viejo afuera.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conversación + código + instrucciones del sistema = contexto total.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7863840" cy="10058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35661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modelo empieza a “olvidar” cosas, no es un bug — la ventana se llenó.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abrir un chat nuevo con el contexto relevante.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Modelos: cómo elegir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374904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razonamiento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· Gemini Pro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(los ven en el selector del IDE)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capacidad de razonamiento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tareas complejas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lento, más caro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para: arquitectura, debugging complejo, razonar sobre un sistema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74904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rápido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· Gemini Flash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 vemos en la demo)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 y barato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para tareas simples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capacidad de razonamiento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para: autocompletar, preguntas simples, transformaciones mecánicas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modelos en Cursor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dónde se elige el modelo en el panel de chat.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mismo prompt con modelo de razonamiento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modelo rápido.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fork de VS Code con IA integrada de forma nativa.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reemplazo del dev. Es un par de programación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rápido que nunca duerme — pero que a veces comete errores.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inteligente (Tab)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el Intellisense de siempre. Predice bloques enteros de código basándose en lo que ya escribiste.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7863840" cy="82296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escribir un comentario describiendo lo que querés, y dejar que Tab complete el cuerpo de la función.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474720"/>
            <a:ext cx="7863840" cy="100584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640080" y="347472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34747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Peligro principal: aceptar sin leer.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puede generar código que parece correcto y tiene un error sutil. Tab no es “generar y olvidar” — es “generar y revisar”.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en acción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un comentario en el CRUD de contactos: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función que valida que un email tiene formato correcto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que Tab complete el cuerpo. Revisar el código generado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aceptar.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inline vs panel lateral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 |  Ctrl+K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el bloque seleccionado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localizados y rápidos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“Refactorizá esta función para que use async/await”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 |  Ctrl+L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más larga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múltiples archivos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“Hay un bug en el flujo de auth, mirá estos tres archivos”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4864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lee todo el proyecto automáticamente. Vos le decís qué ver con @archivo, @carpeta, o @codebase.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Ctrl+K y Ctrl+L en el CRUD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Seleccionar una función síncrona → Ctrl+K → “Refactorizá para usar async/await”.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Ver el diff antes de aceptar.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Abrir panel lateral → usar @archivo para preguntar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sobre un archivo específico.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buen prompt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habilidad que más diferencia a quien usa bien la IA de quien la usa mal.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querés cambiar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Específico, no vago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8229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/ contexto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estás resolviendo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2918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2296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tocar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claros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2296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esperado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importa, especificalo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645920"/>
            <a:ext cx="3474720" cy="2926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82880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85216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39496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prompt que escribiste lo podría haber escrito alguien que no conoce el código, es demasiado vago.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9496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necesita el mismo contexto que le darías a un dev nuevo.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malo vs bueno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207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1508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“arreglá el bug”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2286000"/>
            <a:ext cx="7863840" cy="219456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0"/>
          <p:cNvSpPr/>
          <p:nvPr/>
        </p:nvSpPr>
        <p:spPr>
          <a:xfrm>
            <a:off x="640080" y="2286000"/>
            <a:ext cx="54864" cy="2194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231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371600" y="27432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 la función processPayment(), cuando el request hace timeout, el error se traga silenciosamente y el usuario no recibe feedback. Quiero que lance un Error con el mensaje ‘Payment timeout’. No cambies el manejo de los otros errores en esa función.”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malo vs bueno en vivo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archivo del CRUD. Probar los dos prompts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panel de Cursor y comparar los resultados.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cómo el output cambia con especificidad.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de IA por GitHub/Microsoft. Funciona dentro de VS Code.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text y Copilot Chat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Text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1920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autocompletado aparece en gris mientras escribís.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al Tab de Cursor pero con menos control sobre el contexto.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para aceptar, Esc para ignorar.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029200" y="1920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sobre el código, explicaciones, generación de tests.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igual que el panel de Cursor en concepto — cambia la interfaz.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vs GitHub Copilot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Cursor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GitHub Copilot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IDE completo (fork de VS Code)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Plugin para VS Code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Control del contexto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Alto (@archivo, @carpeta, reglas)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Menor (más automático)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Integración GitHub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Alta (PRs, issues)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Curva de adopción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Un poco más empinada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Más accesible para arrancar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005840" y="36576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“mejor” absoluto. La distribución en el equipo va a ir evolucionando según el nivel de cada uno.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— CIERRE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y seguridad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 manda nuestro código a un servidor?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640080" y="1920240"/>
            <a:ext cx="384048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82296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— Privacy Mode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Mode: el código NO se almacena en servidores de Cursor.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activar por proyecto o globalmente.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se envía al modelo para generar la respuesta, pero no se retiene.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192024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3"/>
          <p:cNvSpPr/>
          <p:nvPr/>
        </p:nvSpPr>
        <p:spPr>
          <a:xfrm>
            <a:off x="4754880" y="1920240"/>
            <a:ext cx="384048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4"/>
          <p:cNvSpPr/>
          <p:nvPr/>
        </p:nvSpPr>
        <p:spPr>
          <a:xfrm>
            <a:off x="493776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Business/Enterprise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licencia Business/Enterprise, los prompts y sugerencias no se usan para entrenar modelos.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no se retiene después de la respuesta.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3776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centralizada por la organización.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526280"/>
            <a:ext cx="786384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— CIERRE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llevarse hoy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713232"/>
          </a:xfrm>
          <a:prstGeom prst="rect">
            <a:avLst/>
          </a:prstGeom>
          <a:solidFill>
            <a:srgbClr val="0F1D3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361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predicen — no saben. Siempre revisar antes de aceptar.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7863840" cy="713232"/>
          </a:xfrm>
          <a:prstGeom prst="rect">
            <a:avLst/>
          </a:prstGeom>
          <a:solidFill>
            <a:srgbClr val="0F1D3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048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2402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= unidad de costo y de límite. Contexto lleno = modelo que pierde el hilo.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108960"/>
            <a:ext cx="7863840" cy="713232"/>
          </a:xfrm>
          <a:prstGeom prst="rect">
            <a:avLst/>
          </a:prstGeom>
          <a:solidFill>
            <a:srgbClr val="0F1D3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735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10896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trabaja con lo que vos le mostrás. Sin contexto relevante, resultado genérico.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3977640"/>
            <a:ext cx="7863840" cy="713232"/>
          </a:xfrm>
          <a:prstGeom prst="rect">
            <a:avLst/>
          </a:prstGeom>
          <a:solidFill>
            <a:srgbClr val="0F1D32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42232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97764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habilidad clave: escribir prompts específicos. Se practica, no sale perfecto día uno.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Adalove  ·  Capacitación #1  ·  Sergio Vogt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errores comunes al empezar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1216152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2296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sin leer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435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se equivoca con confianza. Vos sos responsable.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1892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demasiado vagos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1854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“Mejorar el código” no dice nada.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715768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22960" y="2715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2642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todo en un solo prompt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29352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prompt, un resultado. Pasos chicos.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465576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82296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3924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Frustrarse a la primera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685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curva. Mejora con práctica.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215384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822960" y="4215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4142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contexto sin pensar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irrelevante = peor respuesta.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#2 — Intermedio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avanzados, reglas del proyecto en Cursor, agent mode,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IDE de IA en el flujo real de trabajo.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786384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6517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Vogt  ·  srsvogt@gmail.com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1619</Words>
  <Application>Microsoft Office PowerPoint</Application>
  <PresentationFormat>Presentación en pantalla (16:9)</PresentationFormat>
  <Paragraphs>282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1 - Cómo trabajan los modelos de IA</dc:title>
  <dc:subject>PptxGenJS Presentation</dc:subject>
  <dc:creator>Sergio Vogt</dc:creator>
  <cp:lastModifiedBy>Sergio Vogt</cp:lastModifiedBy>
  <cp:revision>2</cp:revision>
  <dcterms:created xsi:type="dcterms:W3CDTF">2026-06-19T03:09:36Z</dcterms:created>
  <dcterms:modified xsi:type="dcterms:W3CDTF">2026-06-19T03:17:04Z</dcterms:modified>
</cp:coreProperties>
</file>